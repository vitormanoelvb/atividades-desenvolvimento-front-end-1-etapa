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65" r:id="rId6"/>
    <p:sldId id="261" r:id="rId7"/>
    <p:sldId id="262" r:id="rId8"/>
    <p:sldId id="266" r:id="rId9"/>
    <p:sldId id="267" r:id="rId10"/>
    <p:sldId id="268" r:id="rId11"/>
    <p:sldId id="258" r:id="rId12"/>
    <p:sldId id="269" r:id="rId13"/>
    <p:sldId id="270" r:id="rId14"/>
    <p:sldId id="284" r:id="rId15"/>
    <p:sldId id="285" r:id="rId16"/>
    <p:sldId id="286" r:id="rId17"/>
    <p:sldId id="287" r:id="rId18"/>
    <p:sldId id="271" r:id="rId19"/>
    <p:sldId id="272" r:id="rId20"/>
    <p:sldId id="274" r:id="rId21"/>
    <p:sldId id="288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BFC65-5120-4115-A6ED-BE8EE3B4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07CED1-7DA8-4B52-B41E-D910B9DAA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25F88B-4AC5-43E8-84C9-E8B4F866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6199D8-75DC-4DD1-B710-3F4F91FE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5CF6E8-1A01-44C3-A6A0-909C1089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7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8A321-30EB-402B-91A5-5939FE65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F95454-9BC4-4D9B-B1FD-3F5550E7A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1C2024-F05C-4096-85D2-C5BA63C4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2D2032-D382-42F2-9904-71F3A305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C14F1E-1937-4A1A-A87A-47FCC0FD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33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3D323-3A6B-4B83-8F9C-4DD1D0D1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8F36A-33E8-4ACA-AFA7-D17AEE008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3BC674-062D-474E-9993-7A8576EF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52A04D-8635-41B7-A307-968891FB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3AC72F-E86E-4E32-A581-587DE4E7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366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FD5D5-8750-4FA3-95EA-CC3EDA23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F483A8-01DB-4550-B57D-ABB6061E5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44B958-9C0D-4982-B8BA-53A723C38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E8980F-5F8D-42C4-9924-AD23E60F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801A31-5023-4066-B683-D60A490E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8890EB-A57F-4169-8F38-F244431B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45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EE9A2-F75B-4EDB-9326-1E75D526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928D5A-AF69-4DB0-ACB3-5288EABB8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71737A-3840-4A0F-B5AD-856339E31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0DB9CC-E90A-422D-9D30-89AC1A382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B62008B-CFEB-4AB1-A521-73654E0F6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FE6A7F-5104-49EB-87CB-8BD62CFD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B38C56-F587-44EF-BE68-072E8A35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2C3877-9512-4EF5-8E9F-CA97DBA6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95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46A97-2A8D-427C-BB96-7B793A4F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380995-EB00-48CD-A1C6-17614132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B90935-5998-4BB3-B6F4-196040917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073011-C16B-48AB-B4DF-0A8518B7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15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248455B-F109-4EB6-8E66-4CA2A4135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BEEB88-3273-4EE6-AB2B-0134BBE7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69215F-01CF-45C4-8755-99FC1D56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20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B3115-A88D-465C-962B-98603682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6625B-039A-497B-B1B4-0D317AE41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4D4F20-D740-4AE6-B2A6-D578F5E41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D7D7B3-DA38-4691-B20D-4AD18F9B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BC6A75-AF80-4094-8E09-0AD972EA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9CD60E-79E3-40BF-848B-38DC4B4D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64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B34C5-BC12-49B5-AA50-9DBA38F5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0CDDD27-A2DA-44BD-BEF0-CD5A089F1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45FC48-F5EA-403C-9A5F-42470C59A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639CFB-4C11-4171-A4E4-BBB645A1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2EC101-11C6-4432-9F87-2C21BF486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3F83DD-913D-48EB-B43A-074D0627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71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18A6A-16BA-4314-8011-47D025F1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1349A1-6025-4246-882C-B7F8750ED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A977C7-0D83-42EB-B3BD-E5F527E3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0C35D0-D91E-4C41-A517-2D40D2D1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3DB8A2-DC13-4265-A91E-B24CB260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79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B9568-0029-4FD7-A6FD-86EAFADD1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F38D1F-326E-46F0-80E7-CDDA70019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8918C5-D225-4141-92BD-A538BBB4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9F76D9-FC4E-4AFA-A379-B2F17BC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3353CC-7B93-467F-AC61-61DFE968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94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D66117-56EB-4996-BED7-FF0E924F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C48F11-7756-45F5-B20F-BA54BA1E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6EB23A-C416-4467-8127-A78D502B4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2BCDC-E2DE-485F-9795-E70C10F9F0C7}" type="datetimeFigureOut">
              <a:rPr lang="pt-BR" smtClean="0"/>
              <a:t>23/10/2023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6C8546-BC04-42AE-981C-DED5E7F01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A8E6F6-BF51-454A-B20D-78643060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74D7E-DC0D-41E1-9C74-1C0A61483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35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91F28-E0E4-45EB-B77D-C3E5A8FF8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01 - Cadastro de Cliente - HTML e CSS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E3280C-D2A4-48A9-BED0-3ABF610C4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</p:spTree>
    <p:extLst>
      <p:ext uri="{BB962C8B-B14F-4D97-AF65-F5344CB8AC3E}">
        <p14:creationId xmlns:p14="http://schemas.microsoft.com/office/powerpoint/2010/main" val="1924979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F623099-177C-4E38-A860-7A33F4AB8313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1 - Crie uma nova pasta </a:t>
            </a:r>
            <a:r>
              <a:rPr lang="pt-BR" sz="5500" b="0" i="1" dirty="0">
                <a:effectLst/>
              </a:rPr>
              <a:t>(no diretório que achar melhor)</a:t>
            </a:r>
            <a:r>
              <a:rPr lang="pt-BR" sz="5500" b="0" i="0" dirty="0">
                <a:effectLst/>
              </a:rPr>
              <a:t> com o seguinte nome: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Cadastro de Cliente - HTML e CSS, </a:t>
            </a:r>
            <a:r>
              <a:rPr lang="pt-BR" sz="5500" i="0" dirty="0">
                <a:effectLst/>
              </a:rPr>
              <a:t>logo em seguida abra a pasta no VsCode.</a:t>
            </a:r>
          </a:p>
        </p:txBody>
      </p:sp>
    </p:spTree>
    <p:extLst>
      <p:ext uri="{BB962C8B-B14F-4D97-AF65-F5344CB8AC3E}">
        <p14:creationId xmlns:p14="http://schemas.microsoft.com/office/powerpoint/2010/main" val="403127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9B9CDCD-B457-4AB6-B506-298D8EFD20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81"/>
          <a:stretch/>
        </p:blipFill>
        <p:spPr>
          <a:xfrm>
            <a:off x="1804447" y="1657735"/>
            <a:ext cx="8553512" cy="4680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0CCC78-6BA6-453C-AB06-5D4161E8D424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18336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2 - Crie um novo arquivo HTML: No </a:t>
            </a:r>
            <a:r>
              <a:rPr lang="pt-BR" sz="5500" b="1" i="0" dirty="0">
                <a:effectLst/>
              </a:rPr>
              <a:t>Visual Studio Code</a:t>
            </a:r>
            <a:r>
              <a:rPr lang="pt-BR" sz="5500" b="0" i="0" dirty="0">
                <a:effectLst/>
              </a:rPr>
              <a:t>, crie um novo arquivo chamado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5C91E3-5B16-42C9-BE2E-65C376BF6202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274925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0F01CDF-5A54-4BF3-B9CE-9FF97D7D7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297" y="1766846"/>
            <a:ext cx="8633405" cy="4680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917A03-F9E9-4C45-8296-5B00CE4757C2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373453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3 - Adicione a estrutura HTML básica: Copie e cole o seguinte código </a:t>
            </a:r>
            <a:r>
              <a:rPr lang="pt-BR" sz="5500" b="1" i="0" dirty="0">
                <a:effectLst/>
              </a:rPr>
              <a:t>HTML</a:t>
            </a:r>
            <a:r>
              <a:rPr lang="pt-BR" sz="5500" b="0" i="0" dirty="0">
                <a:effectLst/>
              </a:rPr>
              <a:t> na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4AEF47-C3E5-4B56-8FF6-F2C7B3E69CE8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361043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321945-5807-4DBB-8530-A903C4D39D92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CAD870-D755-4568-9421-46DB07A1E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457" y="1692637"/>
            <a:ext cx="8625086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4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4 - Crie um arquivo CSS: No </a:t>
            </a:r>
            <a:r>
              <a:rPr lang="pt-BR" sz="5500" b="1" i="0" dirty="0">
                <a:effectLst/>
              </a:rPr>
              <a:t>Visual Studio Code</a:t>
            </a:r>
            <a:r>
              <a:rPr lang="pt-BR" sz="5500" b="0" i="0" dirty="0">
                <a:effectLst/>
              </a:rPr>
              <a:t>, crie um novo arquivo chamado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4A168B-DFA7-486F-94B7-AAFA6869F220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273924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1925503-5E84-4902-A7A2-38F3440E0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324" y="1733289"/>
            <a:ext cx="8615352" cy="4680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A98087B-1FFC-409C-B73F-171F70CD6607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246200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5 - Adicione estilos CSS básicos: Copie e cole o seguinte código CSS no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D2775E9-9A32-417C-A3CC-776509030FE1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886638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FBDB411-F307-4B21-AA2E-0EA8A5869A50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1FD9051-5861-43C4-A524-D91AD30F3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39" y="1661507"/>
            <a:ext cx="863652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54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6 - Adicione o seguinte código HTML dentro da tag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&lt;body&gt; </a:t>
            </a:r>
            <a:r>
              <a:rPr lang="pt-BR" sz="5500" b="0" i="0" dirty="0">
                <a:effectLst/>
              </a:rPr>
              <a:t>do arquivo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"index.html".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A52BFC-1A01-432D-B4F1-23AC9FCA6020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1115375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158B73F-97E9-4BB6-AFCD-6B3446A10429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4801848-DD81-41FA-A1F9-6B89C54DE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838" y="1725373"/>
            <a:ext cx="8664324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6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158B73F-97E9-4BB6-AFCD-6B3446A10429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FA44B17-6E08-4736-A0AF-46620054C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01" y="1748901"/>
            <a:ext cx="938940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27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7 – Adicione os elementos </a:t>
            </a:r>
            <a:r>
              <a:rPr lang="pt-BR" sz="5500" b="1" i="0" dirty="0">
                <a:effectLst/>
              </a:rPr>
              <a:t>semânticos &lt;div&gt; </a:t>
            </a:r>
            <a:r>
              <a:rPr lang="pt-BR" sz="5500" i="0" dirty="0">
                <a:effectLst/>
              </a:rPr>
              <a:t>com algumas</a:t>
            </a:r>
            <a:r>
              <a:rPr lang="pt-BR" sz="5500" b="1" i="0" dirty="0">
                <a:effectLst/>
              </a:rPr>
              <a:t> CLASS </a:t>
            </a:r>
            <a:r>
              <a:rPr lang="pt-BR" sz="5500" i="0" dirty="0">
                <a:effectLst/>
              </a:rPr>
              <a:t>e</a:t>
            </a:r>
            <a:r>
              <a:rPr lang="pt-BR" sz="5500" b="1" i="0" dirty="0">
                <a:effectLst/>
              </a:rPr>
              <a:t> ID </a:t>
            </a:r>
            <a:r>
              <a:rPr lang="pt-BR" sz="5500" i="0" dirty="0">
                <a:effectLst/>
              </a:rPr>
              <a:t>para</a:t>
            </a:r>
            <a:r>
              <a:rPr lang="pt-BR" sz="5500" b="1" i="0" dirty="0">
                <a:effectLst/>
              </a:rPr>
              <a:t> </a:t>
            </a:r>
            <a:r>
              <a:rPr lang="pt-BR" sz="5500" i="0" dirty="0">
                <a:effectLst/>
              </a:rPr>
              <a:t>conseguirmos estilizar no </a:t>
            </a:r>
            <a:r>
              <a:rPr lang="pt-BR" sz="5500" b="1" i="0" dirty="0">
                <a:effectLst/>
              </a:rPr>
              <a:t>CSS, </a:t>
            </a:r>
            <a:r>
              <a:rPr lang="pt-BR" sz="5500" i="0" dirty="0">
                <a:effectLst/>
              </a:rPr>
              <a:t>conforme o código a seguir:</a:t>
            </a:r>
            <a:endParaRPr lang="pt-BR" sz="5500" i="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2C1DD94-F507-40DD-B891-04E73BE43948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186633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2EC56FE-16C5-443D-AB39-C15DAC342B23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B9E87D6-49DC-45D6-A78A-C14D4CE4B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219" y="1687442"/>
            <a:ext cx="8611561" cy="4680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117F6A4-AB95-400A-BC8A-C16912B2A35D}"/>
              </a:ext>
            </a:extLst>
          </p:cNvPr>
          <p:cNvSpPr/>
          <p:nvPr/>
        </p:nvSpPr>
        <p:spPr>
          <a:xfrm>
            <a:off x="6445189" y="2823102"/>
            <a:ext cx="4350058" cy="5504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FF00"/>
                </a:solidFill>
              </a:rPr>
              <a:t>Essa div (container)  deve englobar todo o código HTML da body.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54DD41F-6BE2-4D09-9CC0-3615457B19FB}"/>
              </a:ext>
            </a:extLst>
          </p:cNvPr>
          <p:cNvSpPr/>
          <p:nvPr/>
        </p:nvSpPr>
        <p:spPr>
          <a:xfrm>
            <a:off x="7440967" y="3422380"/>
            <a:ext cx="4481743" cy="8374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FF00"/>
                </a:solidFill>
              </a:rPr>
              <a:t>Essa div (form-group) deve englobar todos os elementos individualmente por semântica.</a:t>
            </a:r>
          </a:p>
        </p:txBody>
      </p:sp>
    </p:spTree>
    <p:extLst>
      <p:ext uri="{BB962C8B-B14F-4D97-AF65-F5344CB8AC3E}">
        <p14:creationId xmlns:p14="http://schemas.microsoft.com/office/powerpoint/2010/main" val="1284968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45CAE15-599C-48FF-83CF-7134BD81D25D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FBD3BE-B6CA-4F30-8F54-40FFCDCBC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10" y="1715383"/>
            <a:ext cx="928717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78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3A3D83D-5B0E-4674-896A-A4A39CB2FFC4}"/>
              </a:ext>
            </a:extLst>
          </p:cNvPr>
          <p:cNvSpPr txBox="1"/>
          <p:nvPr/>
        </p:nvSpPr>
        <p:spPr>
          <a:xfrm>
            <a:off x="150921" y="1890949"/>
            <a:ext cx="1186056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500" b="0" i="0" dirty="0">
                <a:effectLst/>
              </a:rPr>
              <a:t>8 - Copie e cole o seguinte código </a:t>
            </a:r>
            <a:r>
              <a:rPr lang="pt-BR" sz="5500" b="1" i="0" dirty="0">
                <a:effectLst/>
              </a:rPr>
              <a:t>CSS</a:t>
            </a:r>
            <a:r>
              <a:rPr lang="pt-BR" sz="5500" b="0" i="0" dirty="0">
                <a:effectLst/>
              </a:rPr>
              <a:t> no </a:t>
            </a:r>
            <a:r>
              <a:rPr lang="pt-BR" sz="5500" b="1" i="0" dirty="0">
                <a:solidFill>
                  <a:srgbClr val="0070C0"/>
                </a:solidFill>
                <a:effectLst/>
              </a:rPr>
              <a:t>"style.css".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2C1DD94-F507-40DD-B891-04E73BE43948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</p:spTree>
    <p:extLst>
      <p:ext uri="{BB962C8B-B14F-4D97-AF65-F5344CB8AC3E}">
        <p14:creationId xmlns:p14="http://schemas.microsoft.com/office/powerpoint/2010/main" val="3686060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2EC56FE-16C5-443D-AB39-C15DAC342B23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2C3D21D-39AA-42D9-B4A4-5E4D3CE27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344" y="1688272"/>
            <a:ext cx="8613718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40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45CAE15-599C-48FF-83CF-7134BD81D25D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CDDD7C-FC2D-4322-8A7D-D99505A8B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019" y="1631469"/>
            <a:ext cx="8535962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10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45CAE15-599C-48FF-83CF-7134BD81D25D}"/>
              </a:ext>
            </a:extLst>
          </p:cNvPr>
          <p:cNvSpPr txBox="1"/>
          <p:nvPr/>
        </p:nvSpPr>
        <p:spPr>
          <a:xfrm>
            <a:off x="150920" y="204187"/>
            <a:ext cx="1186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Cadastro de Cliente - HTML e CSS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7558DF-0EF6-4774-A611-D76DB6DAA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1" y="1784825"/>
            <a:ext cx="928240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935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361</Words>
  <Application>Microsoft Office PowerPoint</Application>
  <PresentationFormat>Widescreen</PresentationFormat>
  <Paragraphs>32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do Office</vt:lpstr>
      <vt:lpstr>01 - Cadastro de Cliente - HTML e CSS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03 - CSS Grid Layout e Flexbox</dc:title>
  <dc:creator>Patrick Vinicius</dc:creator>
  <cp:lastModifiedBy>Patrick Vinicius</cp:lastModifiedBy>
  <cp:revision>14</cp:revision>
  <dcterms:created xsi:type="dcterms:W3CDTF">2023-10-23T13:31:21Z</dcterms:created>
  <dcterms:modified xsi:type="dcterms:W3CDTF">2023-10-23T15:17:16Z</dcterms:modified>
</cp:coreProperties>
</file>