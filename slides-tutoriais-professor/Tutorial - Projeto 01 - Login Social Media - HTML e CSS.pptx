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448" autoAdjust="0"/>
    <p:restoredTop sz="94660"/>
  </p:normalViewPr>
  <p:slideViewPr>
    <p:cSldViewPr snapToGrid="0">
      <p:cViewPr varScale="1">
        <p:scale>
          <a:sx n="72" d="100"/>
          <a:sy n="72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theme" Target="theme/theme1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presProps" Target="pres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63AAC7-D9C3-4C2D-86A1-B0CEB47B74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809F061-6DDF-498C-A8EC-8247295CD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CED467-2CD3-40D4-B007-E273B4382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DC0F-4629-4AF2-9022-B18B07298A83}" type="datetimeFigureOut">
              <a:rPr lang="pt-BR" smtClean="0"/>
              <a:t>10/08/2022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4778638-0E4E-4F7F-ADCF-DA73652F0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4BCCD8F-9D4C-497E-8785-6ABA35199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E88DD-FE3C-47B6-9739-6B3A12FAB2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016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2EF259-4634-48AF-9FDE-4BE92648D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422254-F28E-40D2-B6EB-E582FC1BA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249A8B-D041-4426-A15E-5E547FB5F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DC0F-4629-4AF2-9022-B18B07298A83}" type="datetimeFigureOut">
              <a:rPr lang="pt-BR" smtClean="0"/>
              <a:t>10/08/2022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C76EA6B-F74D-4944-A679-30C80476F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267EC4-AE6C-4840-93E0-7FB1AB769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E88DD-FE3C-47B6-9739-6B3A12FAB2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5904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75B601-F2FA-4E7C-85E6-2466A14E5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88E84A3-95EB-454E-9E35-C56C61FF1E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1B22F8-21C9-459F-8FB9-E584D5BA8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DC0F-4629-4AF2-9022-B18B07298A83}" type="datetimeFigureOut">
              <a:rPr lang="pt-BR" smtClean="0"/>
              <a:t>10/08/2022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9113BA-C110-46F9-AC2B-CC00016BD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2D863A8-72DD-4954-9776-D21A21CF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E88DD-FE3C-47B6-9739-6B3A12FAB2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9972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3CE1FD-32BE-4D8B-940B-1A80CBFAD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28B0A4-107B-48E4-BE8B-DF2DCE9DAF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D57BA1E-7A0E-4688-AF70-955F766B1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0F831D5-3505-4BEE-A353-F9D0F5529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DC0F-4629-4AF2-9022-B18B07298A83}" type="datetimeFigureOut">
              <a:rPr lang="pt-BR" smtClean="0"/>
              <a:t>10/08/2022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74CD82A-5412-4AD9-AAF2-8425325CE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8C5EED2-096E-419A-BD7F-A56A51578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E88DD-FE3C-47B6-9739-6B3A12FAB2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3163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56027D-C3E7-47A6-A71F-13A64D732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E0F5069-70B0-40BC-B703-C95E9D3F1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F77D253-06F5-4B33-8B17-85686C7D3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710EFDF-A9F0-4EE2-8210-AFE8EDA2AA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BD9C068-EB43-4698-A693-E6C9943146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94C9FB3-C58E-4FAA-9F96-EB11E1008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DC0F-4629-4AF2-9022-B18B07298A83}" type="datetimeFigureOut">
              <a:rPr lang="pt-BR" smtClean="0"/>
              <a:t>10/08/2022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F383DA1-49D8-4774-A87E-85B339FB7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CE090B5-D7AB-4987-93BD-214E01DE6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E88DD-FE3C-47B6-9739-6B3A12FAB2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5967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5B45AA-2648-49BD-8A6C-E145EEBD4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02654-EB9B-4FFF-B3C2-ED9CAFCA7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DC0F-4629-4AF2-9022-B18B07298A83}" type="datetimeFigureOut">
              <a:rPr lang="pt-BR" smtClean="0"/>
              <a:t>10/08/2022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7E5D57C-331D-40FC-A6D1-67EF6D12C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411520-2FEC-499C-B350-D9AB5D60B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E88DD-FE3C-47B6-9739-6B3A12FAB2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3922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97EBFD3-FB98-4E49-B636-4762D7442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DC0F-4629-4AF2-9022-B18B07298A83}" type="datetimeFigureOut">
              <a:rPr lang="pt-BR" smtClean="0"/>
              <a:t>10/08/2022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5B96FCA-F924-4898-ACB4-802731002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0566DBA-79D1-4C7A-83B1-6E92623EB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E88DD-FE3C-47B6-9739-6B3A12FAB2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7879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96E7D4-468C-4CD6-9FAA-597698A7F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FB4F5E-94F6-423B-8448-DE020C604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90779B-732C-4BCF-AC14-BA22CC3591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64259D7-E53A-4904-9859-E90E129BF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DC0F-4629-4AF2-9022-B18B07298A83}" type="datetimeFigureOut">
              <a:rPr lang="pt-BR" smtClean="0"/>
              <a:t>10/08/2022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3606301-EB7C-42BB-8698-5427D8CFE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DED493-40EB-4E91-95E3-8A79C7CE8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E88DD-FE3C-47B6-9739-6B3A12FAB2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1721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A9C6E0-DE35-4580-A181-A42D39CA0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044DE4A-D619-444D-9577-395CFE6AF6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16BCE19-6BDC-482B-96C3-385B0E7DDD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252BD36-9E0A-4986-BE14-53682F716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DC0F-4629-4AF2-9022-B18B07298A83}" type="datetimeFigureOut">
              <a:rPr lang="pt-BR" smtClean="0"/>
              <a:t>10/08/2022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101D37D-0E22-43CF-A4FB-0E2704521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E10C4B2-E2CC-4DEB-8E70-E8E961310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E88DD-FE3C-47B6-9739-6B3A12FAB2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902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9B193C-7223-4EA5-AC31-E10220893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9DA3310-D790-4F2D-A7C0-DE230D0D79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38A1C48-F48A-46C3-BE01-32E806B59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DC0F-4629-4AF2-9022-B18B07298A83}" type="datetimeFigureOut">
              <a:rPr lang="pt-BR" smtClean="0"/>
              <a:t>10/08/2022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A57F699-0D66-4351-9745-0A6D49799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68EE069-B2EB-4315-9C98-1C931C4C3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E88DD-FE3C-47B6-9739-6B3A12FAB2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799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70E5D5D-B1CF-448C-9A31-FCFF8FA08B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22A442C-2F6F-45B2-AFB8-F4B3E600CE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894B4A0-E514-4DDF-877F-7772C1C7E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DC0F-4629-4AF2-9022-B18B07298A83}" type="datetimeFigureOut">
              <a:rPr lang="pt-BR" smtClean="0"/>
              <a:t>10/08/2022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A5E0DC-1C89-4BCF-ACC9-AB9F7515D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0B71782-769E-4DB4-8CBE-82BEE0FE1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E88DD-FE3C-47B6-9739-6B3A12FAB2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4282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9D698FD-807E-4077-9559-BAA796D7B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1220F0F-8AEF-4F44-90AC-C10DB4073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933365-8F80-427E-B669-5D0553A33A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D1DC0F-4629-4AF2-9022-B18B07298A83}" type="datetimeFigureOut">
              <a:rPr lang="pt-BR" smtClean="0"/>
              <a:t>10/08/2022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E9BBA5E-A524-4CDB-B83E-8008DA62DC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35ADBB6-28B1-40BF-A1A4-F22F59E3BE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E88DD-FE3C-47B6-9739-6B3A12FAB2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0376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 /><Relationship Id="rId1" Type="http://schemas.openxmlformats.org/officeDocument/2006/relationships/slideLayout" Target="../slideLayouts/slideLayout1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 /><Relationship Id="rId1" Type="http://schemas.openxmlformats.org/officeDocument/2006/relationships/slideLayout" Target="../slideLayouts/slideLayout1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 /><Relationship Id="rId1" Type="http://schemas.openxmlformats.org/officeDocument/2006/relationships/slideLayout" Target="../slideLayouts/slideLayout1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 /><Relationship Id="rId1" Type="http://schemas.openxmlformats.org/officeDocument/2006/relationships/slideLayout" Target="../slideLayouts/slideLayout1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 /><Relationship Id="rId1" Type="http://schemas.openxmlformats.org/officeDocument/2006/relationships/slideLayout" Target="../slideLayouts/slideLayout1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 /><Relationship Id="rId1" Type="http://schemas.openxmlformats.org/officeDocument/2006/relationships/slideLayout" Target="../slideLayouts/slideLayout1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 /><Relationship Id="rId1" Type="http://schemas.openxmlformats.org/officeDocument/2006/relationships/slideLayout" Target="../slideLayouts/slideLayout1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 /><Relationship Id="rId1" Type="http://schemas.openxmlformats.org/officeDocument/2006/relationships/slideLayout" Target="../slideLayouts/slideLayout1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4DF74C4-79CA-4150-A578-3643326ED839}"/>
              </a:ext>
            </a:extLst>
          </p:cNvPr>
          <p:cNvSpPr txBox="1"/>
          <p:nvPr/>
        </p:nvSpPr>
        <p:spPr>
          <a:xfrm>
            <a:off x="2529158" y="1228397"/>
            <a:ext cx="7133684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7000" b="1" dirty="0">
                <a:solidFill>
                  <a:schemeClr val="bg1"/>
                </a:solidFill>
              </a:rPr>
              <a:t>Login Social Media</a:t>
            </a:r>
          </a:p>
          <a:p>
            <a:pPr algn="ctr"/>
            <a:r>
              <a:rPr lang="pt-BR" sz="7000" dirty="0">
                <a:solidFill>
                  <a:srgbClr val="FFFF00"/>
                </a:solidFill>
              </a:rPr>
              <a:t>HTML + CSS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8078D2C-55BB-4239-ABC4-E875FB1E0C16}"/>
              </a:ext>
            </a:extLst>
          </p:cNvPr>
          <p:cNvSpPr txBox="1"/>
          <p:nvPr/>
        </p:nvSpPr>
        <p:spPr>
          <a:xfrm>
            <a:off x="4569139" y="3746628"/>
            <a:ext cx="3053721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7000" b="1" dirty="0">
                <a:solidFill>
                  <a:schemeClr val="bg1"/>
                </a:solidFill>
              </a:rPr>
              <a:t>Tutorial</a:t>
            </a:r>
            <a:endParaRPr lang="pt-BR" sz="7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274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499D41D-C321-4505-BF10-A268BE13A83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803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743B9E4E-33F0-456C-8EAF-E9EF0B3A2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5847"/>
            <a:ext cx="12192000" cy="6526306"/>
          </a:xfrm>
          <a:prstGeom prst="rect">
            <a:avLst/>
          </a:prstGeom>
        </p:spPr>
      </p:pic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C8FBBB6A-2568-4FC5-A3A1-3DE64B9E393F}"/>
              </a:ext>
            </a:extLst>
          </p:cNvPr>
          <p:cNvCxnSpPr>
            <a:cxnSpLocks/>
          </p:cNvCxnSpPr>
          <p:nvPr/>
        </p:nvCxnSpPr>
        <p:spPr>
          <a:xfrm flipH="1" flipV="1">
            <a:off x="1828800" y="1364566"/>
            <a:ext cx="3024554" cy="129422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tângulo 2">
            <a:extLst>
              <a:ext uri="{FF2B5EF4-FFF2-40B4-BE49-F238E27FC236}">
                <a16:creationId xmlns:a16="http://schemas.microsoft.com/office/drawing/2014/main" id="{AC378B10-86E7-4514-8082-0193B3FA8296}"/>
              </a:ext>
            </a:extLst>
          </p:cNvPr>
          <p:cNvSpPr/>
          <p:nvPr/>
        </p:nvSpPr>
        <p:spPr>
          <a:xfrm>
            <a:off x="4853354" y="2200991"/>
            <a:ext cx="5777948" cy="16565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>
              <a:buFont typeface="+mj-lt"/>
              <a:buAutoNum type="arabicPeriod"/>
            </a:pPr>
            <a:r>
              <a:rPr lang="pt-BR" sz="2600" b="1" dirty="0">
                <a:solidFill>
                  <a:srgbClr val="FF0000"/>
                </a:solidFill>
              </a:rPr>
              <a:t>Criar/Abrir pasta: Desenvolvimento;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600" b="1" dirty="0">
                <a:solidFill>
                  <a:srgbClr val="FF0000"/>
                </a:solidFill>
              </a:rPr>
              <a:t>Criar arquivo index.html;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600" b="1" dirty="0">
                <a:solidFill>
                  <a:srgbClr val="FF0000"/>
                </a:solidFill>
              </a:rPr>
              <a:t>Criar arquivo style.css</a:t>
            </a:r>
          </a:p>
        </p:txBody>
      </p:sp>
    </p:spTree>
    <p:extLst>
      <p:ext uri="{BB962C8B-B14F-4D97-AF65-F5344CB8AC3E}">
        <p14:creationId xmlns:p14="http://schemas.microsoft.com/office/powerpoint/2010/main" val="3139163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26CFDEC-EC8E-4A0F-936E-88EFF0289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312F2743-3291-4F96-BC2A-066D3AE9490C}"/>
              </a:ext>
            </a:extLst>
          </p:cNvPr>
          <p:cNvSpPr/>
          <p:nvPr/>
        </p:nvSpPr>
        <p:spPr>
          <a:xfrm>
            <a:off x="8444694" y="0"/>
            <a:ext cx="3747306" cy="16565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>
              <a:buFont typeface="+mj-lt"/>
              <a:buAutoNum type="arabicPeriod"/>
            </a:pPr>
            <a:r>
              <a:rPr lang="pt-BR" sz="2600" b="1" dirty="0">
                <a:solidFill>
                  <a:srgbClr val="FF0000"/>
                </a:solidFill>
              </a:rPr>
              <a:t>Criar estrutura HTML;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600" b="1" dirty="0">
                <a:solidFill>
                  <a:srgbClr val="FF0000"/>
                </a:solidFill>
              </a:rPr>
              <a:t>Adicionar um Title;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600" b="1" dirty="0">
                <a:solidFill>
                  <a:srgbClr val="FF0000"/>
                </a:solidFill>
              </a:rPr>
              <a:t>Adicionar Link CSS</a:t>
            </a:r>
          </a:p>
        </p:txBody>
      </p:sp>
    </p:spTree>
    <p:extLst>
      <p:ext uri="{BB962C8B-B14F-4D97-AF65-F5344CB8AC3E}">
        <p14:creationId xmlns:p14="http://schemas.microsoft.com/office/powerpoint/2010/main" val="2542647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DB687D2-0A45-4624-93FA-56E4552EA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507558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8AC02CF1-CE99-4036-8EFE-E6D029DA51A0}"/>
              </a:ext>
            </a:extLst>
          </p:cNvPr>
          <p:cNvSpPr txBox="1"/>
          <p:nvPr/>
        </p:nvSpPr>
        <p:spPr>
          <a:xfrm>
            <a:off x="1910277" y="5065634"/>
            <a:ext cx="837144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400" b="1" i="1" dirty="0">
                <a:solidFill>
                  <a:srgbClr val="FFFF00"/>
                </a:solidFill>
              </a:rPr>
              <a:t>https://fontawesome.com/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E9DCD615-0905-401A-88F5-CC92AC4B57AB}"/>
              </a:ext>
            </a:extLst>
          </p:cNvPr>
          <p:cNvCxnSpPr>
            <a:cxnSpLocks/>
          </p:cNvCxnSpPr>
          <p:nvPr/>
        </p:nvCxnSpPr>
        <p:spPr>
          <a:xfrm flipH="1">
            <a:off x="1910275" y="640224"/>
            <a:ext cx="3430351" cy="263204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5B47AC5C-0D0E-44BE-BA42-DCB53EE61B4C}"/>
              </a:ext>
            </a:extLst>
          </p:cNvPr>
          <p:cNvCxnSpPr>
            <a:cxnSpLocks/>
          </p:cNvCxnSpPr>
          <p:nvPr/>
        </p:nvCxnSpPr>
        <p:spPr>
          <a:xfrm>
            <a:off x="1910275" y="4110602"/>
            <a:ext cx="2025621" cy="96498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tângulo 8">
            <a:extLst>
              <a:ext uri="{FF2B5EF4-FFF2-40B4-BE49-F238E27FC236}">
                <a16:creationId xmlns:a16="http://schemas.microsoft.com/office/drawing/2014/main" id="{7015399E-0AEF-46D2-89FF-2B3A8C8A84B9}"/>
              </a:ext>
            </a:extLst>
          </p:cNvPr>
          <p:cNvSpPr/>
          <p:nvPr/>
        </p:nvSpPr>
        <p:spPr>
          <a:xfrm>
            <a:off x="5340626" y="-1"/>
            <a:ext cx="6851374" cy="4444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>
              <a:buFont typeface="+mj-lt"/>
              <a:buAutoNum type="arabicPeriod"/>
            </a:pPr>
            <a:r>
              <a:rPr lang="pt-BR" sz="2600" b="1" dirty="0">
                <a:solidFill>
                  <a:srgbClr val="FF0000"/>
                </a:solidFill>
              </a:rPr>
              <a:t>Adicionar o script do site fontawesome.com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0F1C754-D934-4D63-8584-28AAF6350388}"/>
              </a:ext>
            </a:extLst>
          </p:cNvPr>
          <p:cNvSpPr txBox="1"/>
          <p:nvPr/>
        </p:nvSpPr>
        <p:spPr>
          <a:xfrm>
            <a:off x="1286443" y="5802277"/>
            <a:ext cx="96191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script </a:t>
            </a:r>
            <a:r>
              <a:rPr lang="en-US" sz="2400" b="0" i="1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sz="2400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https://kit.fontawesome.com/1ab94d0eba.js</a:t>
            </a:r>
            <a:r>
              <a:rPr lang="en-US" sz="2400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i="1" dirty="0" err="1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crossorigin</a:t>
            </a:r>
            <a:r>
              <a:rPr lang="en-US" sz="2400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anonymous</a:t>
            </a:r>
            <a:r>
              <a:rPr lang="en-US" sz="2400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US" sz="2400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sz="24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118618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5B9492A-D81C-4C64-8135-847327AD0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10"/>
            <a:ext cx="12192000" cy="6844189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F17F2853-FD99-4C48-87B9-5D0ABB82C245}"/>
              </a:ext>
            </a:extLst>
          </p:cNvPr>
          <p:cNvCxnSpPr>
            <a:cxnSpLocks/>
          </p:cNvCxnSpPr>
          <p:nvPr/>
        </p:nvCxnSpPr>
        <p:spPr>
          <a:xfrm flipH="1" flipV="1">
            <a:off x="4731026" y="3074504"/>
            <a:ext cx="2743201" cy="212697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tângulo 4">
            <a:extLst>
              <a:ext uri="{FF2B5EF4-FFF2-40B4-BE49-F238E27FC236}">
                <a16:creationId xmlns:a16="http://schemas.microsoft.com/office/drawing/2014/main" id="{5866AE85-8340-4B69-B61C-D0747B8BFB24}"/>
              </a:ext>
            </a:extLst>
          </p:cNvPr>
          <p:cNvSpPr/>
          <p:nvPr/>
        </p:nvSpPr>
        <p:spPr>
          <a:xfrm>
            <a:off x="7596555" y="5201478"/>
            <a:ext cx="4595445" cy="165652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600" b="1" dirty="0">
                <a:solidFill>
                  <a:schemeClr val="bg1"/>
                </a:solidFill>
              </a:rPr>
              <a:t>Exemplo de imagem e sua class para ser utilizada e estilizada no CSS do projeto web.</a:t>
            </a:r>
          </a:p>
        </p:txBody>
      </p:sp>
    </p:spTree>
    <p:extLst>
      <p:ext uri="{BB962C8B-B14F-4D97-AF65-F5344CB8AC3E}">
        <p14:creationId xmlns:p14="http://schemas.microsoft.com/office/powerpoint/2010/main" val="2277812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6FABDB9-3FB9-492C-B255-6A58182CD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F956F763-52EC-4CF6-8D5C-4E10E1465388}"/>
              </a:ext>
            </a:extLst>
          </p:cNvPr>
          <p:cNvSpPr/>
          <p:nvPr/>
        </p:nvSpPr>
        <p:spPr>
          <a:xfrm>
            <a:off x="2107096" y="795130"/>
            <a:ext cx="9833113" cy="53406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2826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723D5B9-7B00-47AA-8204-DF2089E79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54451BA9-F7D8-48E5-84DD-B431237C8F35}"/>
              </a:ext>
            </a:extLst>
          </p:cNvPr>
          <p:cNvSpPr/>
          <p:nvPr/>
        </p:nvSpPr>
        <p:spPr>
          <a:xfrm>
            <a:off x="2324233" y="414688"/>
            <a:ext cx="8410028" cy="61186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24548D3-DBD2-49E6-957D-21FD77A9168D}"/>
              </a:ext>
            </a:extLst>
          </p:cNvPr>
          <p:cNvSpPr/>
          <p:nvPr/>
        </p:nvSpPr>
        <p:spPr>
          <a:xfrm>
            <a:off x="3445565" y="3617843"/>
            <a:ext cx="7103165" cy="2173358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EAC8021-FF5F-4098-BCAC-D994F46CB85E}"/>
              </a:ext>
            </a:extLst>
          </p:cNvPr>
          <p:cNvSpPr/>
          <p:nvPr/>
        </p:nvSpPr>
        <p:spPr>
          <a:xfrm>
            <a:off x="3445564" y="1398102"/>
            <a:ext cx="7103165" cy="2173358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8428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AEA798B-597E-49A7-92FE-BB4381345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381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D6388A3-671A-47A8-80D1-7AB3AA50B987}"/>
              </a:ext>
            </a:extLst>
          </p:cNvPr>
          <p:cNvSpPr txBox="1"/>
          <p:nvPr/>
        </p:nvSpPr>
        <p:spPr>
          <a:xfrm>
            <a:off x="1105691" y="5978362"/>
            <a:ext cx="998061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200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@import</a:t>
            </a:r>
            <a:r>
              <a:rPr lang="pt-BR" sz="22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200" b="0" dirty="0" err="1">
                <a:solidFill>
                  <a:srgbClr val="8BE9FD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pt-BR" sz="22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200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sz="2200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https://fonts.googleapis.com/css2?</a:t>
            </a:r>
          </a:p>
          <a:p>
            <a:pPr algn="ctr"/>
            <a:r>
              <a:rPr lang="pt-BR" sz="2200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family</a:t>
            </a:r>
            <a:r>
              <a:rPr lang="pt-BR" sz="2200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=Poppins:wght@100;200;300;400;500;600;700&amp;display=swap</a:t>
            </a:r>
            <a:r>
              <a:rPr lang="pt-BR" sz="2200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sz="22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D76C55C-B303-4B35-AFB2-2368D1768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1"/>
            <a:ext cx="12192000" cy="5287617"/>
          </a:xfrm>
          <a:prstGeom prst="rect">
            <a:avLst/>
          </a:prstGeom>
        </p:spPr>
      </p:pic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90448B0E-5CE7-487C-ADB1-5DBCD620EDD1}"/>
              </a:ext>
            </a:extLst>
          </p:cNvPr>
          <p:cNvCxnSpPr>
            <a:cxnSpLocks/>
          </p:cNvCxnSpPr>
          <p:nvPr/>
        </p:nvCxnSpPr>
        <p:spPr>
          <a:xfrm flipH="1">
            <a:off x="2663687" y="444411"/>
            <a:ext cx="2531165" cy="53625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tângulo 5">
            <a:extLst>
              <a:ext uri="{FF2B5EF4-FFF2-40B4-BE49-F238E27FC236}">
                <a16:creationId xmlns:a16="http://schemas.microsoft.com/office/drawing/2014/main" id="{EDB738D2-A69C-42BF-9A5F-31EAFB3090FF}"/>
              </a:ext>
            </a:extLst>
          </p:cNvPr>
          <p:cNvSpPr/>
          <p:nvPr/>
        </p:nvSpPr>
        <p:spPr>
          <a:xfrm>
            <a:off x="5340626" y="-1"/>
            <a:ext cx="6851374" cy="4444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>
              <a:buFont typeface="+mj-lt"/>
              <a:buAutoNum type="arabicPeriod"/>
            </a:pPr>
            <a:r>
              <a:rPr lang="pt-BR" sz="2600" b="1" dirty="0">
                <a:solidFill>
                  <a:srgbClr val="FF0000"/>
                </a:solidFill>
              </a:rPr>
              <a:t>importar a </a:t>
            </a:r>
            <a:r>
              <a:rPr lang="pt-BR" sz="2600" b="1" dirty="0" err="1">
                <a:solidFill>
                  <a:srgbClr val="FF0000"/>
                </a:solidFill>
              </a:rPr>
              <a:t>url</a:t>
            </a:r>
            <a:r>
              <a:rPr lang="pt-BR" sz="2600" b="1" dirty="0">
                <a:solidFill>
                  <a:srgbClr val="FF0000"/>
                </a:solidFill>
              </a:rPr>
              <a:t> do site fontawesome.com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25B38D62-65A6-47DF-82FA-CEF8FEEC6211}"/>
              </a:ext>
            </a:extLst>
          </p:cNvPr>
          <p:cNvCxnSpPr>
            <a:cxnSpLocks/>
          </p:cNvCxnSpPr>
          <p:nvPr/>
        </p:nvCxnSpPr>
        <p:spPr>
          <a:xfrm>
            <a:off x="1736035" y="1570384"/>
            <a:ext cx="2014330" cy="440797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0341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E921E2B-09C9-41C7-9989-EF83B51FC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6921"/>
            <a:ext cx="12192000" cy="4306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040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FC1CBC9-5DD1-415A-AC28-98D46F887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6967"/>
            <a:ext cx="12192000" cy="6029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183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89CB498-FAFF-491B-ABE1-15239331A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8906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F39BBAA-1B66-4E39-A614-D8D1D8F7F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4121"/>
            <a:ext cx="12192000" cy="6009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0540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CCEF2FA-98AD-4EC7-8715-88077D41A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8773"/>
            <a:ext cx="12192000" cy="5780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4663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2C10AD2-82B8-4314-BCFF-8C4312A5C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3279"/>
            <a:ext cx="12192000" cy="6091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1214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AD75529C-9DA3-445C-9A1B-7AAB9A23B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5009"/>
            <a:ext cx="12192000" cy="6487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5051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EF108CF-2B7A-4E9F-9BB6-BB94886E8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7273"/>
            <a:ext cx="12192000" cy="6423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1649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0D10129A-1DCE-4C37-863A-6C9A7F7BC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7405"/>
            <a:ext cx="12192000" cy="6483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4244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253C64C8-E8B3-44F7-8FA5-D259DF6F3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2503"/>
            <a:ext cx="12192000" cy="645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1740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B26017DE-3042-460F-A3A5-B7FEFD016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182"/>
            <a:ext cx="12192000" cy="651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8189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32FB1D2-0AFC-437C-B2EE-5167CDD1B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86"/>
            <a:ext cx="12192000" cy="6846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1061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123</Words>
  <Application>Microsoft Office PowerPoint</Application>
  <PresentationFormat>Widescreen</PresentationFormat>
  <Paragraphs>16</Paragraphs>
  <Slides>22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3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Patrick Vinicius</dc:creator>
  <cp:lastModifiedBy>Patrick Vinicius</cp:lastModifiedBy>
  <cp:revision>13</cp:revision>
  <dcterms:created xsi:type="dcterms:W3CDTF">2022-02-01T16:33:51Z</dcterms:created>
  <dcterms:modified xsi:type="dcterms:W3CDTF">2022-08-10T15:14:33Z</dcterms:modified>
</cp:coreProperties>
</file>