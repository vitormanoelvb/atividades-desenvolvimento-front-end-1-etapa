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65" r:id="rId6"/>
    <p:sldId id="261" r:id="rId7"/>
    <p:sldId id="262" r:id="rId8"/>
    <p:sldId id="266" r:id="rId9"/>
    <p:sldId id="267" r:id="rId10"/>
    <p:sldId id="268" r:id="rId11"/>
    <p:sldId id="258" r:id="rId12"/>
    <p:sldId id="269" r:id="rId13"/>
    <p:sldId id="270" r:id="rId14"/>
    <p:sldId id="273" r:id="rId15"/>
    <p:sldId id="271" r:id="rId16"/>
    <p:sldId id="272" r:id="rId17"/>
    <p:sldId id="274" r:id="rId18"/>
    <p:sldId id="275" r:id="rId19"/>
    <p:sldId id="276" r:id="rId20"/>
    <p:sldId id="259" r:id="rId21"/>
    <p:sldId id="277" r:id="rId22"/>
    <p:sldId id="260" r:id="rId23"/>
    <p:sldId id="278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BFC65-5120-4115-A6ED-BE8EE3B47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07CED1-7DA8-4B52-B41E-D910B9DAA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25F88B-4AC5-43E8-84C9-E8B4F866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6199D8-75DC-4DD1-B710-3F4F91FE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5CF6E8-1A01-44C3-A6A0-909C10895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76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8A321-30EB-402B-91A5-5939FE65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F95454-9BC4-4D9B-B1FD-3F5550E7A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1C2024-F05C-4096-85D2-C5BA63C4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2D2032-D382-42F2-9904-71F3A305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C14F1E-1937-4A1A-A87A-47FCC0FD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335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3D323-3A6B-4B83-8F9C-4DD1D0D1D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58F36A-33E8-4ACA-AFA7-D17AEE008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3BC674-062D-474E-9993-7A8576EF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52A04D-8635-41B7-A307-968891FB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3AC72F-E86E-4E32-A581-587DE4E7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366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FD5D5-8750-4FA3-95EA-CC3EDA23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F483A8-01DB-4550-B57D-ABB6061E5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44B958-9C0D-4982-B8BA-53A723C38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E8980F-5F8D-42C4-9924-AD23E60F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801A31-5023-4066-B683-D60A490ED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8890EB-A57F-4169-8F38-F244431B1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45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EE9A2-F75B-4EDB-9326-1E75D526A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928D5A-AF69-4DB0-ACB3-5288EABB8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71737A-3840-4A0F-B5AD-856339E31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50DB9CC-E90A-422D-9D30-89AC1A382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B62008B-CFEB-4AB1-A521-73654E0F6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FE6A7F-5104-49EB-87CB-8BD62CFDF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CB38C56-F587-44EF-BE68-072E8A35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2C3877-9512-4EF5-8E9F-CA97DBA63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495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46A97-2A8D-427C-BB96-7B793A4F5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380995-EB00-48CD-A1C6-17614132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B90935-5998-4BB3-B6F4-196040917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A073011-C16B-48AB-B4DF-0A8518B7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15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248455B-F109-4EB6-8E66-4CA2A4135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BEEB88-3273-4EE6-AB2B-0134BBE71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69215F-01CF-45C4-8755-99FC1D56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201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B3115-A88D-465C-962B-98603682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86625B-039A-497B-B1B4-0D317AE41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4D4F20-D740-4AE6-B2A6-D578F5E41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D7D7B3-DA38-4691-B20D-4AD18F9B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BC6A75-AF80-4094-8E09-0AD972EA1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9CD60E-79E3-40BF-848B-38DC4B4DA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64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B34C5-BC12-49B5-AA50-9DBA38F5D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0CDDD27-A2DA-44BD-BEF0-CD5A089F1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45FC48-F5EA-403C-9A5F-42470C59A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639CFB-4C11-4171-A4E4-BBB645A1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2EC101-11C6-4432-9F87-2C21BF486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3F83DD-913D-48EB-B43A-074D0627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718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18A6A-16BA-4314-8011-47D025F1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1349A1-6025-4246-882C-B7F8750ED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A977C7-0D83-42EB-B3BD-E5F527E3F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0C35D0-D91E-4C41-A517-2D40D2D1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3DB8A2-DC13-4265-A91E-B24CB260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798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7B9568-0029-4FD7-A6FD-86EAFADD1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F38D1F-326E-46F0-80E7-CDDA70019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8918C5-D225-4141-92BD-A538BBB44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9F76D9-FC4E-4AFA-A379-B2F17BCB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3353CC-7B93-467F-AC61-61DFE968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8941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D66117-56EB-4996-BED7-FF0E924F2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C48F11-7756-45F5-B20F-BA54BA1EE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6EB23A-C416-4467-8127-A78D502B4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6C8546-BC04-42AE-981C-DED5E7F01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A8E6F6-BF51-454A-B20D-786430605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35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91F28-E0E4-45EB-B77D-C3E5A8FF8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03 - CSS Grid Layout e Flexbox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E3280C-D2A4-48A9-BED0-3ABF610C4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</p:spTree>
    <p:extLst>
      <p:ext uri="{BB962C8B-B14F-4D97-AF65-F5344CB8AC3E}">
        <p14:creationId xmlns:p14="http://schemas.microsoft.com/office/powerpoint/2010/main" val="1924979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1 - Crie uma nova pasta </a:t>
            </a:r>
            <a:r>
              <a:rPr lang="pt-BR" sz="5500" b="0" i="1" dirty="0">
                <a:effectLst/>
              </a:rPr>
              <a:t>(no diretório que achar melhor)</a:t>
            </a:r>
            <a:r>
              <a:rPr lang="pt-BR" sz="5500" b="0" i="0" dirty="0">
                <a:effectLst/>
              </a:rPr>
              <a:t> com o seguinte nome: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CSS Grid Layout &amp; Flexbox, </a:t>
            </a:r>
            <a:r>
              <a:rPr lang="pt-BR" sz="5500" i="0" dirty="0">
                <a:effectLst/>
              </a:rPr>
              <a:t>logo em seguida abra a pasta no VsCode.</a:t>
            </a:r>
          </a:p>
        </p:txBody>
      </p:sp>
    </p:spTree>
    <p:extLst>
      <p:ext uri="{BB962C8B-B14F-4D97-AF65-F5344CB8AC3E}">
        <p14:creationId xmlns:p14="http://schemas.microsoft.com/office/powerpoint/2010/main" val="403127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C653CB5-EBF9-41E5-B362-E78341D0B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446" y="1640802"/>
            <a:ext cx="8809108" cy="476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2 - Crie um novo arquivo HTML: No </a:t>
            </a:r>
            <a:r>
              <a:rPr lang="pt-BR" sz="5500" b="1" i="0" dirty="0">
                <a:effectLst/>
              </a:rPr>
              <a:t>Visual Studio Code</a:t>
            </a:r>
            <a:r>
              <a:rPr lang="pt-BR" sz="5500" b="0" i="0" dirty="0">
                <a:effectLst/>
              </a:rPr>
              <a:t>, crie um novo arquivo chamado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"index.html".</a:t>
            </a:r>
          </a:p>
        </p:txBody>
      </p:sp>
    </p:spTree>
    <p:extLst>
      <p:ext uri="{BB962C8B-B14F-4D97-AF65-F5344CB8AC3E}">
        <p14:creationId xmlns:p14="http://schemas.microsoft.com/office/powerpoint/2010/main" val="274925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595581-F3BF-4969-8DD2-85DC4A021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262" y="1754576"/>
            <a:ext cx="8743475" cy="47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53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3 - Adicione a estrutura HTML básica: Copie e cole o seguinte código </a:t>
            </a:r>
            <a:r>
              <a:rPr lang="pt-BR" sz="5500" b="1" i="0" dirty="0">
                <a:effectLst/>
              </a:rPr>
              <a:t>HTML</a:t>
            </a:r>
            <a:r>
              <a:rPr lang="pt-BR" sz="5500" b="0" i="0" dirty="0">
                <a:effectLst/>
              </a:rPr>
              <a:t> na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"index.html".</a:t>
            </a:r>
          </a:p>
        </p:txBody>
      </p:sp>
    </p:spTree>
    <p:extLst>
      <p:ext uri="{BB962C8B-B14F-4D97-AF65-F5344CB8AC3E}">
        <p14:creationId xmlns:p14="http://schemas.microsoft.com/office/powerpoint/2010/main" val="3610436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956637-89A5-47BC-9851-83B84B0E7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520" y="1714906"/>
            <a:ext cx="8779366" cy="47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44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4 - Crie um arquivo CSS: No </a:t>
            </a:r>
            <a:r>
              <a:rPr lang="pt-BR" sz="5500" b="1" i="0" dirty="0">
                <a:effectLst/>
              </a:rPr>
              <a:t>Visual Studio Code</a:t>
            </a:r>
            <a:r>
              <a:rPr lang="pt-BR" sz="5500" b="0" i="0" dirty="0">
                <a:effectLst/>
              </a:rPr>
              <a:t>, crie um novo arquivo chamado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"style.css".</a:t>
            </a:r>
          </a:p>
        </p:txBody>
      </p:sp>
    </p:spTree>
    <p:extLst>
      <p:ext uri="{BB962C8B-B14F-4D97-AF65-F5344CB8AC3E}">
        <p14:creationId xmlns:p14="http://schemas.microsoft.com/office/powerpoint/2010/main" val="273924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A1B9CF4-9C30-46D4-8D6F-25469FA3D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793" y="1701674"/>
            <a:ext cx="8602413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09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5 - Adicione estilos CSS básicos: Copie e cole o seguinte código CSS no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"style.css".</a:t>
            </a:r>
          </a:p>
        </p:txBody>
      </p:sp>
    </p:spTree>
    <p:extLst>
      <p:ext uri="{BB962C8B-B14F-4D97-AF65-F5344CB8AC3E}">
        <p14:creationId xmlns:p14="http://schemas.microsoft.com/office/powerpoint/2010/main" val="886638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8F27AF9-50D9-4B39-84AF-6C50A9B81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202" y="1712122"/>
            <a:ext cx="8629596" cy="4680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5B15EB8-5C9D-4600-9D03-2F0EFB81651B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</p:spTree>
    <p:extLst>
      <p:ext uri="{BB962C8B-B14F-4D97-AF65-F5344CB8AC3E}">
        <p14:creationId xmlns:p14="http://schemas.microsoft.com/office/powerpoint/2010/main" val="3214454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6 - Utilize o </a:t>
            </a:r>
            <a:r>
              <a:rPr lang="pt-BR" sz="5500" b="1" i="0" dirty="0">
                <a:effectLst/>
              </a:rPr>
              <a:t>Flexbox</a:t>
            </a:r>
            <a:r>
              <a:rPr lang="pt-BR" sz="5500" b="0" i="0" dirty="0">
                <a:effectLst/>
              </a:rPr>
              <a:t>: Adicione o seguinte código HTML dentro da tag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&lt;body&gt; </a:t>
            </a:r>
            <a:r>
              <a:rPr lang="pt-BR" sz="5500" b="0" i="0" dirty="0">
                <a:effectLst/>
              </a:rPr>
              <a:t>do arquivo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"index.html".</a:t>
            </a:r>
          </a:p>
        </p:txBody>
      </p:sp>
    </p:spTree>
    <p:extLst>
      <p:ext uri="{BB962C8B-B14F-4D97-AF65-F5344CB8AC3E}">
        <p14:creationId xmlns:p14="http://schemas.microsoft.com/office/powerpoint/2010/main" val="1115375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A8D2C65-E14D-40DB-86EA-B42DA86CF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094" y="1690926"/>
            <a:ext cx="8643811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65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17B83AB-C18B-42EE-BA21-C7198EF07B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8426" y="1704513"/>
            <a:ext cx="9015147" cy="468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36241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7 - Adicione estilos </a:t>
            </a:r>
            <a:r>
              <a:rPr lang="pt-BR" sz="5500" b="1" i="0" dirty="0">
                <a:effectLst/>
              </a:rPr>
              <a:t>CSS Flexbox</a:t>
            </a:r>
            <a:r>
              <a:rPr lang="pt-BR" sz="5500" b="0" i="0" dirty="0">
                <a:effectLst/>
              </a:rPr>
              <a:t>: Copie e cole o seguinte código </a:t>
            </a:r>
            <a:r>
              <a:rPr lang="pt-BR" sz="5500" b="1" i="0" dirty="0">
                <a:effectLst/>
              </a:rPr>
              <a:t>CSS</a:t>
            </a:r>
            <a:r>
              <a:rPr lang="pt-BR" sz="5500" b="0" i="0" dirty="0">
                <a:effectLst/>
              </a:rPr>
              <a:t> no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"style.css".</a:t>
            </a:r>
          </a:p>
        </p:txBody>
      </p:sp>
    </p:spTree>
    <p:extLst>
      <p:ext uri="{BB962C8B-B14F-4D97-AF65-F5344CB8AC3E}">
        <p14:creationId xmlns:p14="http://schemas.microsoft.com/office/powerpoint/2010/main" val="3686060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1514FE-5F2B-4463-A185-65E976E5E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202" y="1738755"/>
            <a:ext cx="8629596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40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6788D15-3C15-4679-AF89-76BC6298E8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8"/>
          <a:stretch/>
        </p:blipFill>
        <p:spPr>
          <a:xfrm>
            <a:off x="1741503" y="1677879"/>
            <a:ext cx="8708994" cy="468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55510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8 - Utilize o </a:t>
            </a:r>
            <a:r>
              <a:rPr lang="pt-BR" sz="5500" b="1" i="0" dirty="0">
                <a:effectLst/>
              </a:rPr>
              <a:t>Grid Layout</a:t>
            </a:r>
            <a:r>
              <a:rPr lang="pt-BR" sz="5500" b="0" i="0" dirty="0">
                <a:effectLst/>
              </a:rPr>
              <a:t>: Adicione o seguinte código </a:t>
            </a:r>
            <a:r>
              <a:rPr lang="pt-BR" sz="5500" b="1" i="0" dirty="0">
                <a:effectLst/>
              </a:rPr>
              <a:t>HTML</a:t>
            </a:r>
            <a:r>
              <a:rPr lang="pt-BR" sz="5500" b="0" i="0" dirty="0">
                <a:effectLst/>
              </a:rPr>
              <a:t> dentro da tag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&lt;body&gt; </a:t>
            </a:r>
            <a:r>
              <a:rPr lang="pt-BR" sz="5500" b="0" i="0" dirty="0">
                <a:effectLst/>
              </a:rPr>
              <a:t>do arquivo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"index.html".</a:t>
            </a:r>
          </a:p>
        </p:txBody>
      </p:sp>
    </p:spTree>
    <p:extLst>
      <p:ext uri="{BB962C8B-B14F-4D97-AF65-F5344CB8AC3E}">
        <p14:creationId xmlns:p14="http://schemas.microsoft.com/office/powerpoint/2010/main" val="1416035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87D469-1CBB-4593-A032-D369251AC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575" y="1703925"/>
            <a:ext cx="8585255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80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0F97798-E904-4E7C-AE96-214CB3BEE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009" y="1648264"/>
            <a:ext cx="9325981" cy="468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F1BEB9A-1B69-4767-94C0-6F5B168F5001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</p:spTree>
    <p:extLst>
      <p:ext uri="{BB962C8B-B14F-4D97-AF65-F5344CB8AC3E}">
        <p14:creationId xmlns:p14="http://schemas.microsoft.com/office/powerpoint/2010/main" val="1667479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9 - Adicione estilos </a:t>
            </a:r>
            <a:r>
              <a:rPr lang="pt-BR" sz="5500" b="1" i="0" dirty="0">
                <a:effectLst/>
              </a:rPr>
              <a:t>CSS Grid Layout: </a:t>
            </a:r>
            <a:r>
              <a:rPr lang="pt-BR" sz="5500" b="0" i="0" dirty="0">
                <a:effectLst/>
              </a:rPr>
              <a:t>Copie e cole o seguinte código </a:t>
            </a:r>
            <a:r>
              <a:rPr lang="pt-BR" sz="5500" b="1" i="0" dirty="0">
                <a:effectLst/>
              </a:rPr>
              <a:t>CSS</a:t>
            </a:r>
            <a:r>
              <a:rPr lang="pt-BR" sz="5500" b="0" i="0" dirty="0">
                <a:effectLst/>
              </a:rPr>
              <a:t> no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"style.css".</a:t>
            </a:r>
          </a:p>
        </p:txBody>
      </p:sp>
    </p:spTree>
    <p:extLst>
      <p:ext uri="{BB962C8B-B14F-4D97-AF65-F5344CB8AC3E}">
        <p14:creationId xmlns:p14="http://schemas.microsoft.com/office/powerpoint/2010/main" val="2150964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DDFEB90-7865-468C-B7D3-18730F1F0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195" y="1795585"/>
            <a:ext cx="8685609" cy="4680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5F885A6-862F-4AF8-AC90-E3DE8F1B5986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</p:spTree>
    <p:extLst>
      <p:ext uri="{BB962C8B-B14F-4D97-AF65-F5344CB8AC3E}">
        <p14:creationId xmlns:p14="http://schemas.microsoft.com/office/powerpoint/2010/main" val="3901509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5F885A6-862F-4AF8-AC90-E3DE8F1B5986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CSS Grid Layout e Flexbox</a:t>
            </a:r>
            <a:endParaRPr lang="pt-BR" sz="70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FAF6FE-5693-480D-AE75-F2824D987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953" y="1786185"/>
            <a:ext cx="9340499" cy="468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14135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Desafio</a:t>
            </a:r>
            <a:endParaRPr lang="pt-BR" sz="7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b="0" i="0" dirty="0">
                <a:effectLst/>
              </a:rPr>
              <a:t>	Crie uma página html5 para exibir seis produtos de informática, contendo título do produto, foto e descrição para cada seção do produto, estilize com CSS utilizando grid layout para semântica da página com as TAGS </a:t>
            </a:r>
            <a:r>
              <a:rPr lang="pt-BR" sz="4000" b="1" i="0" dirty="0">
                <a:effectLst/>
              </a:rPr>
              <a:t>&lt;header&gt; &lt;aside&gt; &lt;main&gt; </a:t>
            </a:r>
            <a:r>
              <a:rPr lang="pt-BR" sz="4000" b="0" i="0" dirty="0">
                <a:effectLst/>
              </a:rPr>
              <a:t>e </a:t>
            </a:r>
            <a:r>
              <a:rPr lang="pt-BR" sz="4000" b="1" i="0" dirty="0">
                <a:effectLst/>
              </a:rPr>
              <a:t>&lt;footer&gt;</a:t>
            </a:r>
            <a:r>
              <a:rPr lang="pt-BR" sz="4000" b="0" i="0" dirty="0">
                <a:effectLst/>
              </a:rPr>
              <a:t>, utilize flexbox no CSS para organizar os elementos da página, o CSS deve ser um layout em modo escuro</a:t>
            </a:r>
          </a:p>
        </p:txBody>
      </p:sp>
    </p:spTree>
    <p:extLst>
      <p:ext uri="{BB962C8B-B14F-4D97-AF65-F5344CB8AC3E}">
        <p14:creationId xmlns:p14="http://schemas.microsoft.com/office/powerpoint/2010/main" val="1053004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/>
              <a:t>Desafio</a:t>
            </a:r>
            <a:endParaRPr lang="pt-BR" sz="70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87F65FA-D80D-4376-9C62-B383AB1E8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65" y="1528257"/>
            <a:ext cx="10176675" cy="512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39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934C492-2FA7-4170-A3B3-546B075DA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3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4369A5C-E23E-4B73-AC16-613C48888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042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402</Words>
  <Application>Microsoft Office PowerPoint</Application>
  <PresentationFormat>Widescreen</PresentationFormat>
  <Paragraphs>36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Tema do Office</vt:lpstr>
      <vt:lpstr>03 - CSS Grid Layout e Flexbox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03 - CSS Grid Layout e Flexbox</dc:title>
  <dc:creator>Patrick Vinicius</dc:creator>
  <cp:lastModifiedBy>Patrick Vinicius</cp:lastModifiedBy>
  <cp:revision>11</cp:revision>
  <dcterms:created xsi:type="dcterms:W3CDTF">2023-10-23T13:31:21Z</dcterms:created>
  <dcterms:modified xsi:type="dcterms:W3CDTF">2023-10-23T14:27:23Z</dcterms:modified>
</cp:coreProperties>
</file>