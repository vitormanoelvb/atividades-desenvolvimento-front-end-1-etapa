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5" r:id="rId6"/>
    <p:sldId id="261" r:id="rId7"/>
    <p:sldId id="262" r:id="rId8"/>
    <p:sldId id="289" r:id="rId9"/>
    <p:sldId id="291" r:id="rId10"/>
    <p:sldId id="266" r:id="rId11"/>
    <p:sldId id="267" r:id="rId12"/>
    <p:sldId id="268" r:id="rId13"/>
    <p:sldId id="258" r:id="rId14"/>
    <p:sldId id="290" r:id="rId15"/>
    <p:sldId id="28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BFC65-5120-4115-A6ED-BE8EE3B4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07CED1-7DA8-4B52-B41E-D910B9DAA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25F88B-4AC5-43E8-84C9-E8B4F86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6199D8-75DC-4DD1-B710-3F4F91FE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CF6E8-1A01-44C3-A6A0-909C1089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7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8A321-30EB-402B-91A5-5939FE65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95454-9BC4-4D9B-B1FD-3F5550E7A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C2024-F05C-4096-85D2-C5BA63C4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D2032-D382-42F2-9904-71F3A305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14F1E-1937-4A1A-A87A-47FCC0FD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33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3D323-3A6B-4B83-8F9C-4DD1D0D1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8F36A-33E8-4ACA-AFA7-D17AEE008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BC674-062D-474E-9993-7A8576E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2A04D-8635-41B7-A307-968891FB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AC72F-E86E-4E32-A581-587DE4E7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66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FD5D5-8750-4FA3-95EA-CC3EDA23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483A8-01DB-4550-B57D-ABB6061E5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44B958-9C0D-4982-B8BA-53A723C3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8980F-5F8D-42C4-9924-AD23E60F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01A31-5023-4066-B683-D60A490E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8890EB-A57F-4169-8F38-F244431B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4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EE9A2-F75B-4EDB-9326-1E75D526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28D5A-AF69-4DB0-ACB3-5288EABB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71737A-3840-4A0F-B5AD-856339E31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0DB9CC-E90A-422D-9D30-89AC1A382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62008B-CFEB-4AB1-A521-73654E0F6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FE6A7F-5104-49EB-87CB-8BD62CFD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B38C56-F587-44EF-BE68-072E8A35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2C3877-9512-4EF5-8E9F-CA97DBA6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95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6A97-2A8D-427C-BB96-7B793A4F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380995-EB00-48CD-A1C6-17614132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B90935-5998-4BB3-B6F4-19604091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073011-C16B-48AB-B4DF-0A8518B7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15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48455B-F109-4EB6-8E66-4CA2A413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EEB88-3273-4EE6-AB2B-0134BBE7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69215F-01CF-45C4-8755-99FC1D56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20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B3115-A88D-465C-962B-98603682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6625B-039A-497B-B1B4-0D317AE4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4D4F20-D740-4AE6-B2A6-D578F5E41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D7D7B3-DA38-4691-B20D-4AD18F9B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BC6A75-AF80-4094-8E09-0AD972EA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9CD60E-79E3-40BF-848B-38DC4B4D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64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34C5-BC12-49B5-AA50-9DBA38F5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CDDD27-A2DA-44BD-BEF0-CD5A089F1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45FC48-F5EA-403C-9A5F-42470C59A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639CFB-4C11-4171-A4E4-BBB645A1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2EC101-11C6-4432-9F87-2C21BF48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3F83DD-913D-48EB-B43A-074D0627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71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18A6A-16BA-4314-8011-47D025F1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1349A1-6025-4246-882C-B7F8750ED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A977C7-0D83-42EB-B3BD-E5F527E3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0C35D0-D91E-4C41-A517-2D40D2D1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DB8A2-DC13-4265-A91E-B24CB260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79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B9568-0029-4FD7-A6FD-86EAFADD1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F38D1F-326E-46F0-80E7-CDDA70019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8918C5-D225-4141-92BD-A538BBB4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F76D9-FC4E-4AFA-A379-B2F17BC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353CC-7B93-467F-AC61-61DFE968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94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D66117-56EB-4996-BED7-FF0E924F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C48F11-7756-45F5-B20F-BA54BA1E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EB23A-C416-4467-8127-A78D502B4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6C8546-BC04-42AE-981C-DED5E7F01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A8E6F6-BF51-454A-B20D-78643060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35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91F28-E0E4-45EB-B77D-C3E5A8FF8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02 - Página de Cadastro e Login - HTML e CSS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E3280C-D2A4-48A9-BED0-3ABF610C4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</p:spTree>
    <p:extLst>
      <p:ext uri="{BB962C8B-B14F-4D97-AF65-F5344CB8AC3E}">
        <p14:creationId xmlns:p14="http://schemas.microsoft.com/office/powerpoint/2010/main" val="192497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1 - Crie uma nova pasta </a:t>
            </a:r>
            <a:r>
              <a:rPr lang="pt-BR" sz="5500" b="0" i="1" dirty="0">
                <a:effectLst/>
              </a:rPr>
              <a:t>(no diretório que achar melhor)</a:t>
            </a:r>
            <a:r>
              <a:rPr lang="pt-BR" sz="5500" b="0" i="0" dirty="0">
                <a:effectLst/>
              </a:rPr>
              <a:t> com o seguinte nome: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Página de Cadastro e Login - HTML e CSS, </a:t>
            </a:r>
            <a:r>
              <a:rPr lang="pt-BR" sz="5500" i="0" dirty="0">
                <a:effectLst/>
              </a:rPr>
              <a:t>logo em seguida abra a pasta no VsCode.</a:t>
            </a:r>
          </a:p>
        </p:txBody>
      </p:sp>
    </p:spTree>
    <p:extLst>
      <p:ext uri="{BB962C8B-B14F-4D97-AF65-F5344CB8AC3E}">
        <p14:creationId xmlns:p14="http://schemas.microsoft.com/office/powerpoint/2010/main" val="403127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E005CE-31ED-4A36-982A-1C05E0F52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12" y="1667573"/>
            <a:ext cx="8629176" cy="4680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716EDFF-F82A-4337-9CC9-DCE14A24408E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</p:spTree>
    <p:extLst>
      <p:ext uri="{BB962C8B-B14F-4D97-AF65-F5344CB8AC3E}">
        <p14:creationId xmlns:p14="http://schemas.microsoft.com/office/powerpoint/2010/main" val="18336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2 - Crie um novo arquivo HTML: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35DC2E-1345-4040-97E5-66E495C96C75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</p:spTree>
    <p:extLst>
      <p:ext uri="{BB962C8B-B14F-4D97-AF65-F5344CB8AC3E}">
        <p14:creationId xmlns:p14="http://schemas.microsoft.com/office/powerpoint/2010/main" val="27492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15556E8-ACBE-4394-BFC2-A01FBBD9351B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ABF8AD-E860-48AD-B586-4B11E2F2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78" y="1654357"/>
            <a:ext cx="864104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3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3 - Adicione a estrutura HTML básica: Copie e cole o seguinte código </a:t>
            </a:r>
            <a:r>
              <a:rPr lang="pt-BR" sz="5500" b="1" i="0" dirty="0">
                <a:effectLst/>
              </a:rPr>
              <a:t>HTML</a:t>
            </a:r>
            <a:r>
              <a:rPr lang="pt-BR" sz="5500" b="0" i="0" dirty="0">
                <a:effectLst/>
              </a:rPr>
              <a:t> na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AC5B4A-29DC-4523-9E85-10EBAF37A35A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</p:spTree>
    <p:extLst>
      <p:ext uri="{BB962C8B-B14F-4D97-AF65-F5344CB8AC3E}">
        <p14:creationId xmlns:p14="http://schemas.microsoft.com/office/powerpoint/2010/main" val="361043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813FD65-FEB8-490A-AD08-C9589662764A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91D8D8-8D2F-4E80-AE99-2930BBD0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24" y="1654763"/>
            <a:ext cx="8688837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4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813FD65-FEB8-490A-AD08-C9589662764A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BABE586-5D2E-4A3C-A9B7-C414542C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35" y="1581355"/>
            <a:ext cx="865913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08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813FD65-FEB8-490A-AD08-C9589662764A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69D0D8-CE41-4E4D-B742-85285DBD5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4"/>
          <a:stretch/>
        </p:blipFill>
        <p:spPr>
          <a:xfrm>
            <a:off x="1459298" y="1518083"/>
            <a:ext cx="924380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09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4 - Crie um arquivo CSS: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22F7F8-37CA-48B0-81C0-334AD4CDF1CA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</p:spTree>
    <p:extLst>
      <p:ext uri="{BB962C8B-B14F-4D97-AF65-F5344CB8AC3E}">
        <p14:creationId xmlns:p14="http://schemas.microsoft.com/office/powerpoint/2010/main" val="273924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90A2956-7690-4153-AD8C-B54AF3FC2475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79F1D61-2F07-4851-BB13-A3E462C09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54" y="1638670"/>
            <a:ext cx="850909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0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5 - Adicione estilos CSS: Copie e cole o seguinte código CSS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3433B9-AA66-4C15-9D06-2EB5E1360FFE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</p:spTree>
    <p:extLst>
      <p:ext uri="{BB962C8B-B14F-4D97-AF65-F5344CB8AC3E}">
        <p14:creationId xmlns:p14="http://schemas.microsoft.com/office/powerpoint/2010/main" val="88663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78E056C-5C19-47B4-A8B9-C7E02AC6178F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9D196D8-5121-4376-A610-F7BDD0D59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983" y="1691109"/>
            <a:ext cx="859803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5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78E056C-5C19-47B4-A8B9-C7E02AC6178F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98B49D-08D4-42F3-BC32-7D62EA469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00" y="1593132"/>
            <a:ext cx="85972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99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EAFF198-8E32-44C2-B78F-623EBD126A59}"/>
              </a:ext>
            </a:extLst>
          </p:cNvPr>
          <p:cNvSpPr txBox="1"/>
          <p:nvPr/>
        </p:nvSpPr>
        <p:spPr>
          <a:xfrm>
            <a:off x="150920" y="204187"/>
            <a:ext cx="118605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/>
              <a:t>Página de Cadastro e Login - HTML e CSS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FABD3A-538D-4BCF-8AC4-9C53A0B20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54" y="1601532"/>
            <a:ext cx="929189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27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261</Words>
  <Application>Microsoft Office PowerPoint</Application>
  <PresentationFormat>Widescreen</PresentationFormat>
  <Paragraphs>21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02 - Página de Cadastro e Login - HTML e 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03 - CSS Grid Layout e Flexbox</dc:title>
  <dc:creator>Patrick Vinicius</dc:creator>
  <cp:lastModifiedBy>Patrick Vinicius</cp:lastModifiedBy>
  <cp:revision>15</cp:revision>
  <dcterms:created xsi:type="dcterms:W3CDTF">2023-10-23T13:31:21Z</dcterms:created>
  <dcterms:modified xsi:type="dcterms:W3CDTF">2023-10-23T16:00:17Z</dcterms:modified>
</cp:coreProperties>
</file>