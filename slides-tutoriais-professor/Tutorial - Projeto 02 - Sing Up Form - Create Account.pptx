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48" autoAdjust="0"/>
    <p:restoredTop sz="94660"/>
  </p:normalViewPr>
  <p:slideViewPr>
    <p:cSldViewPr snapToGrid="0">
      <p:cViewPr varScale="1">
        <p:scale>
          <a:sx n="70" d="100"/>
          <a:sy n="70" d="100"/>
        </p:scale>
        <p:origin x="8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3AAC7-D9C3-4C2D-86A1-B0CEB47B7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09F061-6DDF-498C-A8EC-8247295CD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CED467-2CD3-40D4-B007-E273B4382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778638-0E4E-4F7F-ADCF-DA73652F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BCCD8F-9D4C-497E-8785-6ABA3519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0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EF259-4634-48AF-9FDE-4BE92648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422254-F28E-40D2-B6EB-E582FC1BA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249A8B-D041-4426-A15E-5E547FB5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76EA6B-F74D-4944-A679-30C80476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267EC4-AE6C-4840-93E0-7FB1AB76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90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5B601-F2FA-4E7C-85E6-2466A14E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8E84A3-95EB-454E-9E35-C56C61FF1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1B22F8-21C9-459F-8FB9-E584D5BA8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9113BA-C110-46F9-AC2B-CC00016B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D863A8-72DD-4954-9776-D21A21CF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972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CE1FD-32BE-4D8B-940B-1A80CBFAD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28B0A4-107B-48E4-BE8B-DF2DCE9DA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57BA1E-7A0E-4688-AF70-955F766B1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F831D5-3505-4BEE-A353-F9D0F5529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4CD82A-5412-4AD9-AAF2-8425325CE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C5EED2-096E-419A-BD7F-A56A5157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16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6027D-C3E7-47A6-A71F-13A64D73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0F5069-70B0-40BC-B703-C95E9D3F1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77D253-06F5-4B33-8B17-85686C7D3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710EFDF-A9F0-4EE2-8210-AFE8EDA2A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BD9C068-EB43-4698-A693-E6C994314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4C9FB3-C58E-4FAA-9F96-EB11E100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383DA1-49D8-4774-A87E-85B339FB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CE090B5-D7AB-4987-93BD-214E01DE6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5967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B45AA-2648-49BD-8A6C-E145EEBD4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02654-EB9B-4FFF-B3C2-ED9CAFCA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E5D57C-331D-40FC-A6D1-67EF6D12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411520-2FEC-499C-B350-D9AB5D60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92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97EBFD3-FB98-4E49-B636-4762D744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B96FCA-F924-4898-ACB4-802731002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566DBA-79D1-4C7A-83B1-6E92623E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7879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6E7D4-468C-4CD6-9FAA-597698A7F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FB4F5E-94F6-423B-8448-DE020C604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90779B-732C-4BCF-AC14-BA22CC359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4259D7-E53A-4904-9859-E90E129B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606301-EB7C-42BB-8698-5427D8CFE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DED493-40EB-4E91-95E3-8A79C7CE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72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9C6E0-DE35-4580-A181-A42D39CA0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044DE4A-D619-444D-9577-395CFE6AF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6BCE19-6BDC-482B-96C3-385B0E7DD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52BD36-9E0A-4986-BE14-53682F716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01D37D-0E22-43CF-A4FB-0E270452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10C4B2-E2CC-4DEB-8E70-E8E96131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02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B193C-7223-4EA5-AC31-E1022089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DA3310-D790-4F2D-A7C0-DE230D0D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8A1C48-F48A-46C3-BE01-32E806B59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57F699-0D66-4351-9745-0A6D4979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8EE069-B2EB-4315-9C98-1C931C4C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79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0E5D5D-B1CF-448C-9A31-FCFF8FA08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2A442C-2F6F-45B2-AFB8-F4B3E600C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94B4A0-E514-4DDF-877F-7772C1C7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A5E0DC-1C89-4BCF-ACC9-AB9F7515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B71782-769E-4DB4-8CBE-82BEE0FE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282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9D698FD-807E-4077-9559-BAA796D7B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220F0F-8AEF-4F44-90AC-C10DB4073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933365-8F80-427E-B669-5D0553A33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1DC0F-4629-4AF2-9022-B18B07298A83}" type="datetimeFigureOut">
              <a:rPr lang="pt-BR" smtClean="0"/>
              <a:t>01/11/2024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9BBA5E-A524-4CDB-B83E-8008DA62D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5ADBB6-28B1-40BF-A1A4-F22F59E3B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E88DD-FE3C-47B6-9739-6B3A12FAB2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376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4DF74C4-79CA-4150-A578-3643326ED839}"/>
              </a:ext>
            </a:extLst>
          </p:cNvPr>
          <p:cNvSpPr txBox="1"/>
          <p:nvPr/>
        </p:nvSpPr>
        <p:spPr>
          <a:xfrm>
            <a:off x="348337" y="1228397"/>
            <a:ext cx="11495326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0" b="1" dirty="0">
                <a:solidFill>
                  <a:schemeClr val="bg1"/>
                </a:solidFill>
              </a:rPr>
              <a:t>Projeto 02</a:t>
            </a:r>
          </a:p>
          <a:p>
            <a:pPr algn="ctr"/>
            <a:r>
              <a:rPr lang="en-US" sz="7000" b="1" dirty="0">
                <a:solidFill>
                  <a:schemeClr val="bg1"/>
                </a:solidFill>
              </a:rPr>
              <a:t>Sing Up Form - Create Account</a:t>
            </a:r>
          </a:p>
          <a:p>
            <a:pPr algn="ctr"/>
            <a:r>
              <a:rPr lang="pt-BR" sz="7000" dirty="0">
                <a:solidFill>
                  <a:srgbClr val="FFFF00"/>
                </a:solidFill>
              </a:rPr>
              <a:t>HTML + CSS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078D2C-55BB-4239-ABC4-E875FB1E0C16}"/>
              </a:ext>
            </a:extLst>
          </p:cNvPr>
          <p:cNvSpPr txBox="1"/>
          <p:nvPr/>
        </p:nvSpPr>
        <p:spPr>
          <a:xfrm>
            <a:off x="4569139" y="4552384"/>
            <a:ext cx="305372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000" b="1" dirty="0">
                <a:solidFill>
                  <a:schemeClr val="bg1"/>
                </a:solidFill>
              </a:rPr>
              <a:t>Tutorial</a:t>
            </a:r>
            <a:endParaRPr lang="pt-BR" sz="7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7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58F1D03-C567-4568-95DB-C04109BB3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03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FF4A8E5-FE06-4843-BB8B-F56C9EEB7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157"/>
            <a:ext cx="12192000" cy="653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00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AA865F8-CF9E-46AC-BC91-3A86BEE1A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409"/>
            <a:ext cx="12192000" cy="646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625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5CF95C5-B6C4-4BA8-8172-17949DABC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621"/>
            <a:ext cx="12192000" cy="619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89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D419BED-56FE-413D-92F8-233388FF0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680"/>
            <a:ext cx="12192000" cy="64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77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F2EFBA-5642-4AA2-9A5A-5A22CFBF8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2471604"/>
            <a:ext cx="9211961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A17CBB-B5DF-4EB9-8CB0-71D199D2D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363" y="1299865"/>
            <a:ext cx="7697274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2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25E9A2-676F-450D-A368-C0F9CE2F0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231" y="794970"/>
            <a:ext cx="7249537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88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BFA8B17-F25E-4A5F-AA86-CFAAEA998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35" y="904522"/>
            <a:ext cx="9526329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13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19C6AC0-A3E0-41DF-80D1-8D2BF4754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503"/>
            <a:ext cx="12192000" cy="645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08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C11FF51-7906-4789-B636-8DD0DA0766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265"/>
          <a:stretch/>
        </p:blipFill>
        <p:spPr>
          <a:xfrm>
            <a:off x="337334" y="427461"/>
            <a:ext cx="11517332" cy="437655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237D09A-9804-4928-AD61-A7953810A96F}"/>
              </a:ext>
            </a:extLst>
          </p:cNvPr>
          <p:cNvSpPr txBox="1"/>
          <p:nvPr/>
        </p:nvSpPr>
        <p:spPr>
          <a:xfrm>
            <a:off x="2269508" y="5507209"/>
            <a:ext cx="76529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dirty="0">
                <a:solidFill>
                  <a:srgbClr val="FF79C6"/>
                </a:solidFill>
                <a:effectLst/>
                <a:latin typeface="Consolas" panose="020B0609020204030204" pitchFamily="49" charset="0"/>
              </a:rPr>
              <a:t>@import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8BE9FD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1FA8C"/>
                </a:solidFill>
                <a:effectLst/>
                <a:latin typeface="Consolas" panose="020B0609020204030204" pitchFamily="49" charset="0"/>
              </a:rPr>
              <a:t>https://fonts.googleapis.com/css2?family=Poppins:wght@100;200;300;400;500;600&amp;display=swap</a:t>
            </a:r>
            <a:r>
              <a:rPr lang="pt-BR" b="0" dirty="0">
                <a:solidFill>
                  <a:srgbClr val="E9F28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2993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7F8899B-E2B4-4543-9966-7AB19B1ED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692"/>
            <a:ext cx="12192000" cy="63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16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EB32F25-4F7D-4745-AA24-F0AAE5C9E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131"/>
            <a:ext cx="12192000" cy="649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3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9BC6FC2-DBC4-48BB-86DB-3E70B85C2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036"/>
            <a:ext cx="12192000" cy="48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60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1DC5DA6-0291-4895-9835-9BDEFF572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757"/>
            <a:ext cx="12192000" cy="657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12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5C1EEE-9E1A-4EF4-AD94-634F9DFE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888"/>
            <a:ext cx="12192000" cy="656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11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B5A59CB-2BD4-4DA0-9DF6-62B6C2705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778"/>
            <a:ext cx="12192000" cy="650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66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44F03B-C2B0-4A50-AF7E-2810DDA5B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627"/>
            <a:ext cx="12192000" cy="647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86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436D8F-E712-44E1-A262-D27E625C0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667"/>
            <a:ext cx="12192000" cy="651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8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952C7E4-0548-4D34-8143-706DDD839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677"/>
            <a:ext cx="12192000" cy="643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61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FB94FD-E4C6-453E-846F-D5B248440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15"/>
            <a:ext cx="12192000" cy="649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53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CFF5D7E-9A05-43F5-8BA2-BE8A1872A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698"/>
            <a:ext cx="12192000" cy="640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45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01540F-4F67-4CCA-A8F7-3A5A55A7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020"/>
            <a:ext cx="12192000" cy="649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491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38</Words>
  <Application>Microsoft Office PowerPoint</Application>
  <PresentationFormat>Widescreen</PresentationFormat>
  <Paragraphs>5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Patrick Vinicius</dc:creator>
  <cp:lastModifiedBy>Patrick Vinicius</cp:lastModifiedBy>
  <cp:revision>24</cp:revision>
  <dcterms:created xsi:type="dcterms:W3CDTF">2022-02-01T16:33:51Z</dcterms:created>
  <dcterms:modified xsi:type="dcterms:W3CDTF">2024-11-01T23:14:09Z</dcterms:modified>
</cp:coreProperties>
</file>